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5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BEFA9-8373-0795-9CDA-0510541B7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2EC79-918B-A896-F2C1-70FB5ECC6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24C21-BB04-3C1F-076E-8FDE3F078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38D8-01B2-4AC9-89AF-38AF7D4AFD5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AC2B8-E0A6-A16C-BC99-8B8648527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04871-D33A-FF61-EB82-2A718850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84EF-63DB-4403-8C78-241620211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13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066A3-ADB1-BEB2-8BAD-6AB7DD562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FEE54-C894-097A-55F5-6BCCADA7C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898A8-25AF-8FE4-778D-A72005DF6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38D8-01B2-4AC9-89AF-38AF7D4AFD5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5B099-4F75-F242-90F8-4DBB1D29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E7046-9596-D43D-4598-AE2CD31A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84EF-63DB-4403-8C78-241620211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51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CFF0F-4A40-20E8-01D6-F4EAFC141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17E5C-AFE0-F5D5-3B79-8B1120E6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A7905-34E8-5939-5EFA-927340F5F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38D8-01B2-4AC9-89AF-38AF7D4AFD5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79B9B-9190-C10D-34FC-D70250790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85D51-C8B3-C47D-2EF4-436931AD9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84EF-63DB-4403-8C78-241620211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06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0118E-0552-CE58-307E-306A0BA8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B578F-D3EE-9E82-1523-EC9ECE29B7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744CC-824E-5558-8428-353D37762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40874-316E-8004-E7F9-1C33F0CB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38D8-01B2-4AC9-89AF-38AF7D4AFD5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25CCF-9369-5C18-C294-3E4F738CF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D503F-06C1-9EFC-8811-520269D6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84EF-63DB-4403-8C78-241620211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00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649E-B67F-5990-DDC8-C6BE18DEE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885F0-4184-BBC9-7289-903025D80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BDB31-19EB-4F79-1589-D02B86D07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CE3F7E-98BD-55C9-1FA1-60EFF52D2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6F30F2-F88A-1273-B19A-094CEEED6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CF2474-5514-6212-67B9-B84881DCA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38D8-01B2-4AC9-89AF-38AF7D4AFD5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4B4C8F-4E68-EBCD-E755-0EF4EA3A1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C87A3A-D4E6-A6C4-A6CC-A57BB4A31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84EF-63DB-4403-8C78-241620211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38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CC226-80E5-B1D7-D6B5-40FEE8AF6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66ECF2-2D44-0913-2FF2-DB81E6C9A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38D8-01B2-4AC9-89AF-38AF7D4AFD5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E2F5E-8482-4275-A138-A2732EAD8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B8452-EF31-67FC-D7D7-44C0D6526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84EF-63DB-4403-8C78-241620211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193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06A55-BB07-4F85-802C-DFCED2D2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38D8-01B2-4AC9-89AF-38AF7D4AFD5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F74189-08D3-74D2-1B7D-4BD07BBC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67ECF-80A6-D4FA-559E-1022AE91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84EF-63DB-4403-8C78-241620211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993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9244D-02D3-1438-5C54-D0027E817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44F5C-8867-4700-2C5B-3DC3280BD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4DA15-B8BD-73FD-F685-9FB846CBD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03B0E-BF27-A54C-8C0F-9E6F0EA86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38D8-01B2-4AC9-89AF-38AF7D4AFD5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5AAE5-5D15-FF88-ABEF-2A97B71E9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7583B-4825-D727-4F97-7492C6F12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84EF-63DB-4403-8C78-241620211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55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83A4-AAE8-39F4-CDA4-073E6CE91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B27C02-DF53-CAAA-5551-252E1434D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57455-ED52-654E-FD39-3FB67E8A4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A0DC5-5F19-C6F3-93A1-C8C894718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38D8-01B2-4AC9-89AF-38AF7D4AFD5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9E3E0-5243-3976-6842-FBB059356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5B6DE-323E-BD4F-EA2B-C36503E5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84EF-63DB-4403-8C78-241620211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081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F7109-D92C-BEE3-98AD-4D825594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F3029-0A84-4CC8-C912-6F00D90D1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792FA-958B-5B41-CD40-0955C7FED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38D8-01B2-4AC9-89AF-38AF7D4AFD5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38B52-8C86-D6D6-BA19-885DD94A3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5061E-843B-C59A-3668-74FAECB83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84EF-63DB-4403-8C78-241620211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011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03DDC1-B5BC-B925-7AF3-34583B952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47F10-A38B-C70E-0E96-07032E750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D702B-A434-7A59-B669-08BCB5269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38D8-01B2-4AC9-89AF-38AF7D4AFD5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9EE2B-418E-738B-779C-3ED983E3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C65F4-0CCC-7C36-49A1-BC3A43D0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84EF-63DB-4403-8C78-241620211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284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FAF8EA-3CBF-7450-1ABA-ED5FD599A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BCA80-F83B-926B-9C6D-0BA9918EF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BFBD6-134F-E84D-DBD5-7B92062A8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338D8-01B2-4AC9-89AF-38AF7D4AFD5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E652A-FB68-A28E-9489-1F02C055A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DC458-FC1F-61FA-C48E-1C1462662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384EF-63DB-4403-8C78-241620211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175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718422-56D0-F56C-F07D-2641EC8D9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1786" y="0"/>
            <a:ext cx="12915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9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2F6680-B5D3-3EA7-12EA-FBECE1416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311" y="0"/>
            <a:ext cx="128946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957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D2AD59-601A-2EDA-4A7F-D6570BED1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583" y="0"/>
            <a:ext cx="1292316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25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8D2B8B-686E-841D-D354-1A76A4E46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6598" y="0"/>
            <a:ext cx="130251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90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233DCB-481C-E4AB-F861-6A3BAF27C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1079" y="0"/>
            <a:ext cx="130141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90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6AEE68-9314-17EB-A3F3-BC24E0AAB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4313" y="0"/>
            <a:ext cx="12960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600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753B-55CB-C538-8035-B1588736E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CDCBD-68F2-B804-AB0F-28D2D497C0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6EBF2-19DA-E9F4-F82E-FB4F11D50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91"/>
            <a:ext cx="12192000" cy="679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748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Oshika Saini</dc:creator>
  <cp:lastModifiedBy>Oshika Saini</cp:lastModifiedBy>
  <cp:revision>2</cp:revision>
  <dcterms:created xsi:type="dcterms:W3CDTF">2026-02-13T17:46:16Z</dcterms:created>
  <dcterms:modified xsi:type="dcterms:W3CDTF">2026-02-13T17:53:15Z</dcterms:modified>
</cp:coreProperties>
</file>